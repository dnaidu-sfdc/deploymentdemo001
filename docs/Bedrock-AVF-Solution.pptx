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briefly. State that this session covers the Bedrock programmatic scenario: I will summarize the case, then walk primary requirements (with live demos in the org and code in the IDE), cover the design-only items, and finish with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~35 minutes. Flag that four components are built and deployed and I will demo them live; the remaining items are design/pseudo-code as the scenario specifies.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Personalize this slide with your own bio. Tie your experience to Bedrock's needs: speed for advisors, scale for data, and modern Lightning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 understand the business problem before jumping to tech. Emphasize advisor speed, regulated-industry security, and scale as the recurring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core insight: the PDF engine has no JS runtime. Walk options and land on the hybrid: interactive LWC map on screen, static rendered image in the PDF, Apex generates and attaches the File. Mention governor-safe Blob handling and that code was not required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async/batch explicitly (rubric asks for sync vs async vs batch). Stress bulk-safe DML, partial success, idempotent upsert by external id, and observability via an error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scope size choice (200 due to child DML), Database.Stateful for tallies, allOrNone=false for partial success, external-id upsert for idempotency, and test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open an Account with shared contacts; show sorting and the configurable properties in App Builder. In the IDE show the controller (AccountContactRelation traversal, USER_MODE, cacheable) and the targetConfig design attributes.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'modern and efficient': a base component beats hand-rolled JS. Show js-meta target lightning__HomePage and how it's dropped on the Home page. Mention you considered Jest/LWS but did not implement, per the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'platform craft' demo: one component, metadata-driven, reusable across objects, secure by design (LWS, no shared-channel leakage), SLDS-native. Show the CMDT records and how adding a row changes the UI with no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three RAG steps clearly (retrieve/augment/generate). Stress Apex value-add over Flow-only: locale-aware language, logging, error handling, input pre-processing. Note the provider interface = OOP/polymorphism and a reliable demo via the mock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this to the AI slide: Data Cloud is the future retrieval layer for RAG. Emphasize connector-first, identity resolution, conflict rules, nightly+streaming, bulk-safe write-back.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slide. Use it to anchor assumptions: AccountContactRelation for indirect accounts, staging-&gt;Quote, CMDT for the launcher, and the Data Cloud unification.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these is design-only per the scenario. Hit the rubric points: async/batch + Platform Event for scale; a single trigger framework for ordered logic; custom settings/permissions with a bypass for data loads; and why before-save Flow can't satisfy the 'before Save' name pre-fill.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Apex &amp; Visualforce Domain Badge</a:t>
            </a:r>
          </a:p>
          <a:p>
            <a:r>
              <a:rPr sz="2200" b="0" i="0">
                <a:solidFill>
                  <a:srgbClr val="BFD7F0"/>
                </a:solidFill>
                <a:latin typeface="Segoe UI"/>
              </a:rPr>
              <a:t>Bedrock Programmatic Scenario -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Segoe UI"/>
              </a:rPr>
              <a:t>Divyendra Naidu</a:t>
            </a:r>
          </a:p>
          <a:p>
            <a:r>
              <a:rPr sz="1500" b="0" i="0">
                <a:solidFill>
                  <a:srgbClr val="BFD7F0"/>
                </a:solidFill>
                <a:latin typeface="Segoe UI"/>
              </a:rPr>
              <a:t>Senior Technical Architect  |  dnaidu@salesforce.com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Introductions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Solution context and the case in my own words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Primary requirements (with live org demos and IDE code):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Client Plans (PDF + interactive map)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Quote Processing (high-volume batch)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Indirect Accounts component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Sales-app Home Page map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Dynamic Process Launcher component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AI Client-Insight assistant (RAG)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Data centricity (Data Cloud) and AI strategy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Secondary requirements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82296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Who Am 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Background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Senior Technical Architect with deep Salesforce platform and programmatic experience.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Hands-on across Apex, LWC, integration, and large-scale data processing.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Why it matters for Bedrock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 balance declarative-first thinking with the right programmatic patterns.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Focus on scalable, secure, governor-aware solutions and modern dev practices (SFDX, source-driven).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82296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Solution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The Case in My Own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Who and what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Bedrock advisors need speed-to-answer on client calls: real-time quotes, account summaries, account plans (PDFs).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Center of Excellence mandates modern Salesforce dev methods and best practices.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Core needs I extracted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Rich, printable Client Plans that now include an interactive map.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Nightly, high-volume quote ingestion (up to 1M staged rows) processed natively.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Reusable, configurable, secure Lightning components admins can place via App Builder.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 360 customer profile (Data Cloud) and an AI assistant grounded in that data (RAG).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Guiding principles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Use declarative where it fits; use Apex where control, scale, or logic demands it. Design for governor limits and security from the 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82296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Primary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Client Plans: PDF + Interactive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BFD7F0"/>
                </a:solidFill>
                <a:latin typeface="Segoe U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Today a text-only Visualforce page is rendered to PDF and saved to the Account as a File for quarterly meetings.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The CIO wants an interactive JavaScript map (countries of business + growth markets) on the Lightning record page AND inside the generated PDF - via a single button click, no print-screen.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Key challenge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Visualforce renderAs='pdf' uses a server-side rendering engine that does NOT execute JavaScript, so an interactive JS map cannot draw itself in the PDF.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Options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A) Render a static map image server-side (static map image service / pre-rendered SVG) and embed in the VF PDF. Pro: keeps native VF-to-PDF, simple, no new infra. Con: image is static.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B) Headless-browser / Node rendering service (e.g., on Heroku) that runs the JS map and returns a PDF. Pro: pixel-perfect interactive map. Con: extra infra, callout, cost.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C) Third-party doc generation (Conga/Drawloop, etc.). Pro: low-code. Con: licensing, less control.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Recommendation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Option A for the PDF (capture the map state as a static image and embed it) + keep the live interactive map as an LWC on the record page. A single LWC button calls Apex to build the PDF (Blob) and saves it as a ContentVersion on the Account. Revisit Option B only if true interactivity in the PDF becomes mandatory.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Quote Processing: High-Volume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BFD7F0"/>
                </a:solidFill>
                <a:latin typeface="Segoe UI"/>
              </a:rPr>
              <a:t>PSEUDO-CODE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 'dumb' middleware loads up to 1M Healthcare_Quote_Staging__c rows (+ up to 10 detail rows each) at 11pm. Salesforce must create/update standard Quote + QuoteLineItem records linked to Accounts.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Why Batch Apex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1M rows far exceeds synchronous limits. Batch Apex chunks work, gives each scope its own governor limits, and is restartable.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Database.Batchable with a QueryLocator over staging; Database.Stateful to accumulate counts/errors; scope size tuned (e.g., 200) because of child detail processing and DML.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Design elements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Initiation: Schedulable at 11pm chained AFTER the middleware load (or fired by a Platform Event when load completes).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Logic encapsulation: a service class does upsert-by-external-id so the same logic is unit-testable and reusable.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Error handling: per-record try/catch + Database.upsert(allOrNone=false); failures written to an error log object, not lost; clean rows still commit.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Idempotency: upsert on an External Id so re-runs update rather than duplicate.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Quote Processing: Pseudo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BFD7F0"/>
                </a:solidFill>
                <a:latin typeface="Segoe UI"/>
              </a:rPr>
              <a:t>PSEUDO-CODE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4698D"/>
                </a:solidFill>
                <a:latin typeface="Segoe UI"/>
              </a:rPr>
              <a:t>Native batch solution - process initiation, encapsulation, error handling, testing.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0B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100" b="0" i="0">
                <a:solidFill>
                  <a:srgbClr val="CFE6FF"/>
                </a:solidFill>
                <a:latin typeface="Consolas"/>
              </a:rPr>
              <a:t>global class QuoteStagingBatch implements Database.Batchable&lt;SObject&gt;, Database.Stateful {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global Integer processed = 0, failed = 0;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global Database.QueryLocator start(Database.BatchableContext bc) {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return Database.getQueryLocator(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    'SELECT Id, External_Id__c, Account_Ext_Id__c, ... FROM Healthcare_Quote_Staging__c');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}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global void execute(Database.BatchableContext bc, List&lt;Healthcare_Quote_Staging__c&gt; scope) {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1. Map staging -&gt; standard Quote (match Account by external id)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2. Upsert Quotes by External_Id__c (allOrNone = false)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3. Query child Healthcare_QuoteDetail_Staging__c, build QuoteLineItems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4. Upsert line items; relate to parent Quote + PricebookEntry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5. for each SaveResult: if !success -&gt; insert Quote_Load_Error__c, failed++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   else processed++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}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global void finish(Database.BatchableContext bc) {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    // notify ops (email/Platform Event); optionally chain detail batch or next run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    }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}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// Initiation:  System.scheduleBatch(new QuoteStagingBatch(), 'Nightly Quotes', 0, 200);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// Testing:     @isTest with Test.startTest/stopTest over a representative staging set,</a:t>
            </a:r>
          </a:p>
          <a:p>
            <a:r>
              <a:rPr sz="1100" b="0" i="0">
                <a:solidFill>
                  <a:srgbClr val="CFE6FF"/>
                </a:solidFill>
                <a:latin typeface="Consolas"/>
              </a:rPr>
              <a:t>//              assert Quotes created/updated, bad rows logged, governor limits respected.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Indirect Accounts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9FE8C8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Contacts relate to multiple Accounts. Users want to see indirect Account relationships (via shared Contacts) directly on the Account record - admin-placeable and configurable.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Solution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LWC 'indirectAccounts' on the Account record page, backed by Apex 'IndirectAccountController'.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Apex walks AccountContactRelation: from this Account's Contacts out to the other Accounts those Contacts touch; aggregates the relationship-occurrence count.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Returns Account name, industry, # contacts, lifetime value, relationship count in a sortable lightning-datatable.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Config + best practices (the how &amp; why)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App Builder design attributes: 'Number of items to show' (1-50) and 'Sort by' (relationship count | name) - so admins reconfigure with no code.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@AuraEnabled(cacheable=true) for client-side caching and performance; WITH USER_MODE enforces FLS/sharing; bulk-safe single-pass aggregation.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Demo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Open an Account -&gt; show the list; change Sort by / item count in App Builder -&gt; re-render.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Sales-App Home Page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9FE8C8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Add a Home-page component showing a pinned map of Bedrock HQ: 'The Landmark @ One Market, Suite 300, San Francisco, CA 94105', zoomed in but still showing the city.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Solution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LWC 'bedrockHqMap' built in the IDE (SFDX) and deployed; uses the base lightning-map component.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No Apex, no API key: lightning-map geocodes the address; marker + center set; zoom-level 16 balances street detail with city visibility.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Options considered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lightning-map (base component) vs a custom Google Maps JS integration. Chose lightning-map: faster, secure, no key management, mobile-ready.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Testing &amp; security (considered, not implemented)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Would add Jest tests for the component and rely on LWS; no Apex means no sharing/FLS surface here.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Demo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Show the component on the Sales app Home page; show the small, modern codebase in the 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Dynamic Process Launcher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9FE8C8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Regional Sales Managers define dynamic, attribute-driven processes. Admins drop a component on any Opportunity (and other objects - Support/HR/Marketing) that renders chevrons or buttons; each opens a modal for a specific process. Must be secure and look native.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Solution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Generic LWC 'processLauncher' on the record page; reads @api recordId/objectApiName; renders an SLDS path (chevron) or button group from configuration.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Configuration lives in Custom Metadata 'Process_Action__mdt' (object, label, order, style, icon, target) - Sales Managers add/reorder steps with NO code, and it works on any object.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Apex 'ProcessLauncherController.getActions(objectApiName)' returns the active, sorted actions WITH USER_MODE.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Security (regulated industry)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Lightning Web Security isolates the component; it does not broadcast record data on shared message channels, so unauthorized AppExchange components cannot read it. Public APIs are explicit (@api) and minimal.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Look &amp; feel + demo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Built entirely with SLDS so it matches Lightning Experience. Demo: chevrons on Opportunity, buttons on Case, all from the same component + metadata.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AI Client-Insight Assistant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9FE8C8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Problem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Advisors want instant, natural-language answers about a client during calls, grounded in real data - not hallucinations.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Solution: RAG implemented in Apex + LWC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Retrieve: Apex 'ClientInsightService' queries Account, recent Opportunities, Cases, and attached files (account plans) WITH USER_MODE, bulk-safe with row limits.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Augment: builds a grounded, size-bounded prompt (guards prompt/heap limits) and injects the running user's locale for language control.</a:t>
            </a:r>
          </a:p>
          <a:p>
            <a:pPr lvl="1"/>
            <a:r>
              <a:rPr sz="1250" b="0" i="0">
                <a:solidFill>
                  <a:srgbClr val="54698D"/>
                </a:solidFill>
                <a:latin typeface="Segoe UI"/>
              </a:rPr>
              <a:t>–   Generate: an 'LlmProvider' interface - live model via Named Credential, with automatic fallback to a deterministic provider so it always works.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Engineering for trust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Exposed as @AuraEnabled (LWC) and @InvocableMethod (so the Section 7 Screen Flow gains Apex logging, error handling, and dynamic language it can't do alone).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Hallucination mitigation: answer ONLY from retrieved context; AI disclaimer in the UI; graceful error handling.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Config + demo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App Builder attributes (card title, default question). Demo on an Account: ask a question / use a canned prompt; show grounded answer + the controller in the 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Data Centricity: Customer 360 (Data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BFD7F0"/>
                </a:solidFill>
                <a:latin typeface="Segoe U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Goal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Unify CRM, the quote back-end, service/support, and marketing/ERP into one 360 profile with identity resolution.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Approach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Ingest via connectors / Ingestion API (not CSV) into Data Cloud DMOs; map sources to the Customer 360 data model consistently.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Identity resolution rules merge duplicates; conflict handling via source precedence / last-updated-wins rules.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Refresh near-real-time or via efficient nightly (11pm) ingestion of changed records since last run.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Surfacing + scale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Show the unified profile in Sales Cloud via Data Cloud-related components or a custom LWC when advisors open an Account/Contact.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Any write-back to core Salesforce must be bulk-safe; respect governor limits; robust service with retry.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This unified profile becomes the richest retrieval source for the RAG assistant.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Optional: High-Level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Core standard objects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Account 1--* Contact (and Account *--* Contact via AccountContactRelation for indirect relationships).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Account 1--* Opportunity 1--* OpportunityLineItem;  Opportunity --&gt; Order (Closed Won sync).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Account 1--* Quote 1--* QuoteLineItem  (loaded from staging).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Custom / staging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Healthcare_Quote_Staging__c 1--* Healthcare_QuoteDetail_Staging__c (assumed; ingestion staging).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Process_Action__mdt (custom metadata) drives the Dynamic Process Launcher per object.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Quote_Load_Error__c (assumed) captures batch failures for observability.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Data Cloud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Source objects -&gt; DMOs -&gt; unified Individual/Account profile (identity resolution).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82296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Secondary Requirements</a:t>
            </a:r>
          </a:p>
          <a:p>
            <a:r>
              <a:rPr sz="1800" b="0" i="0">
                <a:solidFill>
                  <a:srgbClr val="BFD7F0"/>
                </a:solidFill>
                <a:latin typeface="Segoe UI"/>
              </a:rPr>
              <a:t>Code not required - design and recommendations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Secondary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828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i="0">
                <a:solidFill>
                  <a:srgbClr val="BFD7F0"/>
                </a:solidFill>
                <a:latin typeface="Segoe U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Orders sync on Closed Won (scale)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When Opportunity is Closed Won, create an Order, sync line items, set 'Ready for Integration', publish a Platform Event to the ESB. With thousands of line items, do the sync asynchronously (Queueable/Batch) and bulk-safe; event-based hand-off decouples from the Sales Order system.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Extensibility - coordinating event-driven logic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Consolidate per-object logic: one trigger per object + a handler/Trigger Actions Framework (programmatic), with explicit, ordered execution. Declarative option: Flow + Flow Orchestration. Recommend a single framework so order is known and logic isn't scattered.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Enable/disable customization (data loads)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Hierarchy Custom Setting and/or Custom Permissions to toggle automation by user/profile, plus a global 'bypass' switch so large data loads can suspend logic, then re-apply after load. Declarative + programmatic checks honor the same switch.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0070D2"/>
                </a:solidFill>
                <a:latin typeface="Segoe UI"/>
              </a:rPr>
              <a:t>Opportunity name pre-population (Date + Time, before Save)</a:t>
            </a:r>
          </a:p>
          <a:p>
            <a:pPr/>
            <a:r>
              <a:rPr sz="1350" b="0" i="0">
                <a:solidFill>
                  <a:srgbClr val="1A1A1A"/>
                </a:solidFill>
                <a:latin typeface="Segoe UI"/>
              </a:rPr>
              <a:t>•   Must populate before save on the standard page, from both the Account related list and the Opportunity tab. A before-save Flow runs after save, so override the New action with a lightweight LWC/quick action (or default-value logic) that pre-fills the name with current date+time.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82296"/>
          </a:xfrm>
          <a:prstGeom prst="rect">
            <a:avLst/>
          </a:prstGeom>
          <a:solidFill>
            <a:srgbClr val="007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r>
              <a:rPr sz="1800" b="0" i="0">
                <a:solidFill>
                  <a:srgbClr val="BFD7F0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